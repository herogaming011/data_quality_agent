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Agent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Complete</c:v>
                  </c:pt>
                  <c:pt idx="1">
                    <c:v>Unique</c:v>
                  </c:pt>
                  <c:pt idx="2">
                    <c:v>Valid</c:v>
                  </c:pt>
                  <c:pt idx="3">
                    <c:v>Consistent</c:v>
                  </c:pt>
                  <c:pt idx="4">
                    <c:v>Accurate</c:v>
                  </c:pt>
                  <c:pt idx="5">
                    <c:v>Timely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71</c:v>
                </c:pt>
                <c:pt idx="2">
                  <c:v>55</c:v>
                </c:pt>
                <c:pt idx="3">
                  <c:v>60</c:v>
                </c:pt>
                <c:pt idx="4">
                  <c:v>58</c:v>
                </c:pt>
                <c:pt idx="5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Agent</c:v>
                </c:pt>
              </c:strCache>
            </c:strRef>
          </c:tx>
          <c:spPr>
            <a:solidFill>
              <a:srgbClr val="5EE7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Complete</c:v>
                  </c:pt>
                  <c:pt idx="1">
                    <c:v>Unique</c:v>
                  </c:pt>
                  <c:pt idx="2">
                    <c:v>Valid</c:v>
                  </c:pt>
                  <c:pt idx="3">
                    <c:v>Consistent</c:v>
                  </c:pt>
                  <c:pt idx="4">
                    <c:v>Accurate</c:v>
                  </c:pt>
                  <c:pt idx="5">
                    <c:v>Timely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</c:v>
                </c:pt>
                <c:pt idx="1">
                  <c:v>99</c:v>
                </c:pt>
                <c:pt idx="2">
                  <c:v>94</c:v>
                </c:pt>
                <c:pt idx="3">
                  <c:v>92</c:v>
                </c:pt>
                <c:pt idx="4">
                  <c:v>95</c:v>
                </c:pt>
                <c:pt idx="5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294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25603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40080" y="3931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detection, reasoning &amp; repair of dirty data — powered by LLMs.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5029200"/>
            <a:ext cx="457200" cy="54864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166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 •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5920"/>
            <a:ext cx="512064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0" y="1645920"/>
            <a:ext cx="5120640" cy="4206240"/>
          </a:xfrm>
          <a:prstGeom prst="rect">
            <a:avLst/>
          </a:prstGeom>
          <a:solidFill>
            <a:srgbClr val="0B1F3A">
              <a:alpha val="70000"/>
            </a:srgbClr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17373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analyst time is wasted on cleaning data, not analyzing it.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05840" y="27889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 &amp; wrong types silently corrupt insights.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365760" cy="3657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05840" y="38404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rules break as schemas evolve and datasets grow.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57200" y="4983480"/>
            <a:ext cx="365760" cy="3657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05840" y="48920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→ bad ML models → bad decisions worth millions.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0"/>
            <a:ext cx="566928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7373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at 2 A.M.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0" y="219456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 exports patient vitals to a CSV. Some BP readings are blank, a patient ID is duplicated, and "age" contains "thirty-two".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0" y="3749040"/>
            <a:ext cx="539496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3840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Agent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0" y="4160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get wrong dashboards → delayed diagnosis.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4709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Agent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0" y="50292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Auto-detects, explains, repairs &amp; flags in seconds — clinicians see clean data.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AI agent that profiles any dataset, reasons about quality issues using LLMs, and proposes or applies repairs — with a human-in-the-loop.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2294D"/>
          </a:solidFill>
          <a:ln w="25400">
            <a:solidFill>
              <a:srgbClr val="0E8C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457200" cy="73152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profiling + schema checks find anomalies automatically.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73552" y="27432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2294D"/>
          </a:solidFill>
          <a:ln w="25400">
            <a:solidFill>
              <a:srgbClr val="5EE7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7872" y="3017520"/>
            <a:ext cx="45720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47872" y="37490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explains why each value is suspicious in plain English.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1344" y="27432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2294D"/>
          </a:solidFill>
          <a:ln w="25400">
            <a:solidFill>
              <a:srgbClr val="0E8C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5664" y="3017520"/>
            <a:ext cx="457200" cy="73152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55664" y="37490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or auto-applies fixes with confidence scores.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89136" y="27432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2294D"/>
          </a:solidFill>
          <a:ln w="25400">
            <a:solidFill>
              <a:srgbClr val="5EE7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63456" y="3017520"/>
            <a:ext cx="45720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3456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63456" y="37490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from analyst feedback over time.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Dataset — patients.csv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of raw input the agent receives. Cells highlighted in coral are issues automatically detected.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280160" cy="41148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031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45920" y="2103120"/>
            <a:ext cx="1737360" cy="41148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103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1097280" cy="41148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03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2103120"/>
            <a:ext cx="1097280" cy="41148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103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2103120"/>
            <a:ext cx="1554480" cy="41148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103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blood_pressure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0" y="2103120"/>
            <a:ext cx="1554480" cy="41148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103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admit_date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0" y="2103120"/>
            <a:ext cx="1828800" cy="41148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514600"/>
            <a:ext cx="128016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514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45920" y="2514600"/>
            <a:ext cx="173736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2514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Sharma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2514600"/>
            <a:ext cx="109728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514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2514600"/>
            <a:ext cx="109728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2514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2514600"/>
            <a:ext cx="155448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514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120/80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32320" y="2514600"/>
            <a:ext cx="155448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2514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2026-01-04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86800" y="2514600"/>
            <a:ext cx="182880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926080"/>
            <a:ext cx="128016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9260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645920" y="2926080"/>
            <a:ext cx="173736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0" y="2926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Patel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83280" y="2926080"/>
            <a:ext cx="1097280" cy="411480"/>
          </a:xfrm>
          <a:prstGeom prst="rect">
            <a:avLst/>
          </a:prstGeom>
          <a:solidFill>
            <a:srgbClr val="FF6B6B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2926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80560" y="2926080"/>
            <a:ext cx="109728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2926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77840" y="2926080"/>
            <a:ext cx="155448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2926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118/76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132320" y="2926080"/>
            <a:ext cx="155448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0" y="2926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2026-01-05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686800" y="2926080"/>
            <a:ext cx="182880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3337560"/>
            <a:ext cx="128016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337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645920" y="3337560"/>
            <a:ext cx="173736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45920" y="3337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Mehta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383280" y="3337560"/>
            <a:ext cx="1097280" cy="411480"/>
          </a:xfrm>
          <a:prstGeom prst="rect">
            <a:avLst/>
          </a:prstGeom>
          <a:solidFill>
            <a:srgbClr val="FF6B6B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0" y="3337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thirty-two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480560" y="3337560"/>
            <a:ext cx="109728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0" y="3337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577840" y="3337560"/>
            <a:ext cx="155448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77840" y="3337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135/90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32320" y="3337560"/>
            <a:ext cx="1554480" cy="411480"/>
          </a:xfrm>
          <a:prstGeom prst="rect">
            <a:avLst/>
          </a:prstGeom>
          <a:solidFill>
            <a:srgbClr val="FF6B6B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0" y="3337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01/06/2026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686800" y="3337560"/>
            <a:ext cx="182880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0" y="3337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65760" y="3749040"/>
            <a:ext cx="1280160" cy="411480"/>
          </a:xfrm>
          <a:prstGeom prst="rect">
            <a:avLst/>
          </a:prstGeom>
          <a:solidFill>
            <a:srgbClr val="FF6B6B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37490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P003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645920" y="3749040"/>
            <a:ext cx="173736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645920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Mehta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383280" y="3749040"/>
            <a:ext cx="109728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8328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480560" y="3749040"/>
            <a:ext cx="109728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8056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577840" y="3749040"/>
            <a:ext cx="155448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77840" y="3749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135/90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132320" y="3749040"/>
            <a:ext cx="155448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32320" y="3749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2026-01-06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686800" y="3749040"/>
            <a:ext cx="182880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686800" y="3749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65760" y="4160520"/>
            <a:ext cx="128016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" y="4160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P004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1645920" y="4160520"/>
            <a:ext cx="173736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645920" y="4160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Iyer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383280" y="4160520"/>
            <a:ext cx="109728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383280" y="4160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480560" y="4160520"/>
            <a:ext cx="1097280" cy="411480"/>
          </a:xfrm>
          <a:prstGeom prst="rect">
            <a:avLst/>
          </a:prstGeom>
          <a:solidFill>
            <a:srgbClr val="FF6B6B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480560" y="4160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577840" y="4160520"/>
            <a:ext cx="1554480" cy="411480"/>
          </a:xfrm>
          <a:prstGeom prst="rect">
            <a:avLst/>
          </a:prstGeom>
          <a:solidFill>
            <a:srgbClr val="FF6B6B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77840" y="4160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7132320" y="4160520"/>
            <a:ext cx="155448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32320" y="4160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2026-01-07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8686800" y="4160520"/>
            <a:ext cx="182880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68680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Migraine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65760" y="4572000"/>
            <a:ext cx="128016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65760" y="4572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P005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1645920" y="4572000"/>
            <a:ext cx="173736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645920" y="4572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Rao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383280" y="4572000"/>
            <a:ext cx="109728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383280" y="45720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4480560" y="4572000"/>
            <a:ext cx="109728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80560" y="45720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5577840" y="4572000"/>
            <a:ext cx="1554480" cy="411480"/>
          </a:xfrm>
          <a:prstGeom prst="rect">
            <a:avLst/>
          </a:prstGeom>
          <a:solidFill>
            <a:srgbClr val="FF6B6B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577840" y="4572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999/10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7132320" y="4572000"/>
            <a:ext cx="155448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132320" y="4572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2026-01-08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8686800" y="4572000"/>
            <a:ext cx="182880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686800" y="4572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365760" y="5349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issues: missing value · type mismatch · duplicate ID · inconsistent category · invalid date · outlier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0848" y="2377440"/>
            <a:ext cx="2103120" cy="2194560"/>
          </a:xfrm>
          <a:prstGeom prst="roundRect">
            <a:avLst>
              <a:gd name="adj" fmla="val 5217"/>
            </a:avLst>
          </a:prstGeom>
          <a:solidFill>
            <a:srgbClr val="12294D"/>
          </a:solidFill>
          <a:ln w="25400">
            <a:solidFill>
              <a:srgbClr val="5EE7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0848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0848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0848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DB /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5400000">
            <a:off x="2502256" y="3337560"/>
            <a:ext cx="182880" cy="274320"/>
          </a:xfrm>
          <a:prstGeom prst="rightTriangl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12568" y="2377440"/>
            <a:ext cx="2103120" cy="2194560"/>
          </a:xfrm>
          <a:prstGeom prst="roundRect">
            <a:avLst>
              <a:gd name="adj" fmla="val 5217"/>
            </a:avLst>
          </a:prstGeom>
          <a:solidFill>
            <a:srgbClr val="12294D"/>
          </a:solidFill>
          <a:ln w="25400">
            <a:solidFill>
              <a:srgbClr val="5EE7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2568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12568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12568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+ schema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833976" y="3337560"/>
            <a:ext cx="182880" cy="274320"/>
          </a:xfrm>
          <a:prstGeom prst="rightTriangl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4288" y="2377440"/>
            <a:ext cx="2103120" cy="2194560"/>
          </a:xfrm>
          <a:prstGeom prst="roundRect">
            <a:avLst>
              <a:gd name="adj" fmla="val 5217"/>
            </a:avLst>
          </a:prstGeom>
          <a:solidFill>
            <a:srgbClr val="12294D"/>
          </a:solidFill>
          <a:ln w="25400">
            <a:solidFill>
              <a:srgbClr val="5EE7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4288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44288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44288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explains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165696" y="3337560"/>
            <a:ext cx="182880" cy="274320"/>
          </a:xfrm>
          <a:prstGeom prst="rightTriangl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76008" y="2377440"/>
            <a:ext cx="2103120" cy="2194560"/>
          </a:xfrm>
          <a:prstGeom prst="roundRect">
            <a:avLst>
              <a:gd name="adj" fmla="val 5217"/>
            </a:avLst>
          </a:prstGeom>
          <a:solidFill>
            <a:srgbClr val="12294D"/>
          </a:solidFill>
          <a:ln w="25400">
            <a:solidFill>
              <a:srgbClr val="5EE7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6008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76008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76008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/ suggest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rot="5400000">
            <a:off x="9497416" y="3337560"/>
            <a:ext cx="182880" cy="274320"/>
          </a:xfrm>
          <a:prstGeom prst="rightTriangl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07728" y="2377440"/>
            <a:ext cx="2103120" cy="2194560"/>
          </a:xfrm>
          <a:prstGeom prst="roundRect">
            <a:avLst>
              <a:gd name="adj" fmla="val 5217"/>
            </a:avLst>
          </a:prstGeom>
          <a:solidFill>
            <a:srgbClr val="12294D"/>
          </a:solidFill>
          <a:ln w="25400">
            <a:solidFill>
              <a:srgbClr val="5EE7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07728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07728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707728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audit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5120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feedback loop sends analyst overrides back to PROFILE — the agent learns dataset-specific rules over time.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377440" cy="502920"/>
          </a:xfrm>
          <a:prstGeom prst="rect">
            <a:avLst/>
          </a:prstGeom>
          <a:solidFill>
            <a:srgbClr val="0E8C8C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600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1600200"/>
            <a:ext cx="3840480" cy="502920"/>
          </a:xfrm>
          <a:prstGeom prst="rect">
            <a:avLst/>
          </a:prstGeom>
          <a:solidFill>
            <a:srgbClr val="0E8C8C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80360" y="1600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1600200"/>
            <a:ext cx="5029200" cy="502920"/>
          </a:xfrm>
          <a:prstGeom prst="rect">
            <a:avLst/>
          </a:prstGeom>
          <a:solidFill>
            <a:srgbClr val="0E8C8C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20840" y="1600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2377440" cy="50292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1031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2103120"/>
            <a:ext cx="3840480" cy="50292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880360" y="2103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2103120"/>
            <a:ext cx="5029200" cy="50292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20840" y="2103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loading and analysis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2377440" cy="50292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2920" y="2606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Engine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0" y="2606040"/>
            <a:ext cx="3840480" cy="50292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880360" y="2606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Regex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2606040"/>
            <a:ext cx="5029200" cy="50292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720840" y="2606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2377440" cy="50292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2920" y="3108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0" y="3108960"/>
            <a:ext cx="3840480" cy="50292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880360" y="3108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+ Nex-AGI N2 Pro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0" y="3108960"/>
            <a:ext cx="5029200" cy="50292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720840" y="3108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diagnosis and recommendations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3611880"/>
            <a:ext cx="2377440" cy="50292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2920" y="3611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43200" y="3611880"/>
            <a:ext cx="3840480" cy="50292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880360" y="36118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0" y="3611880"/>
            <a:ext cx="5029200" cy="50292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720840" y="3611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114800"/>
            <a:ext cx="2377440" cy="50292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02920" y="4114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743200" y="4114800"/>
            <a:ext cx="3840480" cy="50292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88036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583680" y="4114800"/>
            <a:ext cx="5029200" cy="50292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720840" y="4114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UI design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617720"/>
            <a:ext cx="2377440" cy="50292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02920" y="4617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Exchange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743200" y="4617720"/>
            <a:ext cx="3840480" cy="50292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880360" y="4617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0" y="4617720"/>
            <a:ext cx="5029200" cy="50292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720840" y="46177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responses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65760" y="5120640"/>
            <a:ext cx="2377440" cy="50292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02920" y="5120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2743200" y="5120640"/>
            <a:ext cx="3840480" cy="50292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880360" y="5120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secrets.toml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583680" y="5120640"/>
            <a:ext cx="5029200" cy="50292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720840" y="5120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key storage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0848" y="164592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12294D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448" y="1920240"/>
            <a:ext cx="457200" cy="45720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44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3808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448" y="25146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detection per column with threshold alerts.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67048" y="164592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12294D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648" y="1920240"/>
            <a:ext cx="457200" cy="45720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64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90008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95648" y="25146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 &amp; primary-key collision detection.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3248" y="164592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12294D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1848" y="1920240"/>
            <a:ext cx="457200" cy="45720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184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76208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1848" y="25146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Regex, type, range and enumeration validation.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0848" y="356616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12294D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448" y="3840480"/>
            <a:ext cx="457200" cy="45720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448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3808" y="3794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09448" y="44348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Cross-field and cross-table logical checks.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67048" y="356616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12294D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5648" y="3840480"/>
            <a:ext cx="457200" cy="45720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5648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90008" y="3794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495648" y="44348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via z-score &amp; isolation forest.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53248" y="356616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12294D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81848" y="3840480"/>
            <a:ext cx="457200" cy="45720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81848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976208" y="3794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381848" y="44348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Stale-record and date-format verification.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0"/>
            <a:ext cx="512064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828800"/>
            <a:ext cx="274320" cy="27432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1691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explanations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72200" y="20574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“Row 12 is suspicious because age = 220 exceeds 99th percentile.”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697480"/>
            <a:ext cx="274320" cy="27432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2560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imputation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72200" y="29260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fills using similar rows + domain priors.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60720" y="3566160"/>
            <a:ext cx="274320" cy="27432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3429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storytelling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72200" y="37947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plain-English summaries of weekly data health.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60720" y="4434840"/>
            <a:ext cx="274320" cy="27432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72200" y="4297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inference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172200" y="46634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implicit types, units, and column relationships.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760720" y="5303520"/>
            <a:ext cx="274320" cy="27432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72200" y="5166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rule learning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172200" y="5532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custom rules from 2-3 analyst examples.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Dimensions — Before vs After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45920"/>
          <a:ext cx="77724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95360" y="1737360"/>
            <a:ext cx="3200400" cy="4480560"/>
          </a:xfrm>
          <a:prstGeom prst="roundRect">
            <a:avLst>
              <a:gd name="adj" fmla="val 3429"/>
            </a:avLst>
          </a:prstGeom>
          <a:solidFill>
            <a:srgbClr val="12294D"/>
          </a:solidFill>
          <a:ln w="25400">
            <a:solidFill>
              <a:srgbClr val="5EE7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0" y="23774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1000" dirty="0"/>
          </a:p>
        </p:txBody>
      </p:sp>
      <p:sp>
        <p:nvSpPr>
          <p:cNvPr id="10" name="Text 7"/>
          <p:cNvSpPr/>
          <p:nvPr/>
        </p:nvSpPr>
        <p:spPr>
          <a:xfrm>
            <a:off x="859536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869680" y="4572000"/>
            <a:ext cx="265176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0" y="4709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+29 pts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595360" y="5166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raw input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95360" y="5623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5,420 issues fixed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5669280" cy="4572000"/>
          </a:xfrm>
          <a:prstGeom prst="roundRect">
            <a:avLst>
              <a:gd name="adj" fmla="val 2400"/>
            </a:avLst>
          </a:prstGeom>
          <a:solidFill>
            <a:srgbClr val="12294D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Report — patients.csv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2026-06-16 · 02:14 UTC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Found 7 issues across 6 rows (1.2% of dataset).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Row 3: duplicate patient_id "P003" — merged with row 4.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Row 3: age "thirty-two" → 32 (NLP normalization, conf 0.98).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Row 5: blood_pressure "999/10" flagged as physiological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outlier — held for human review.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Row 5: gender "female" → "F" (category harmonization).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Recommended adding regex rule for blood_pressure column.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Preview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1371600" cy="41148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48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2148840"/>
            <a:ext cx="1463040" cy="41148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0" y="2148840"/>
            <a:ext cx="1463040" cy="41148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607040" y="2148840"/>
            <a:ext cx="1188720" cy="41148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0" y="2148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2560320"/>
            <a:ext cx="137160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80960" y="2560320"/>
            <a:ext cx="146304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2560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thirty-two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0" y="2560320"/>
            <a:ext cx="146304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2560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607040" y="2560320"/>
            <a:ext cx="118872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971800"/>
            <a:ext cx="137160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971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80960" y="2971800"/>
            <a:ext cx="146304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2971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0" y="2971800"/>
            <a:ext cx="146304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2971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607040" y="2971800"/>
            <a:ext cx="118872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07040" y="2971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3383280"/>
            <a:ext cx="137160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383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80960" y="3383280"/>
            <a:ext cx="146304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3383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01/06/2026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144000" y="3383280"/>
            <a:ext cx="146304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0" y="3383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2026-01-06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607040" y="3383280"/>
            <a:ext cx="118872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07040" y="3383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3794760"/>
            <a:ext cx="137160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794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680960" y="3794760"/>
            <a:ext cx="146304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3794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999/10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144000" y="3794760"/>
            <a:ext cx="146304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0" y="3794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review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607040" y="3794760"/>
            <a:ext cx="1188720" cy="411480"/>
          </a:xfrm>
          <a:prstGeom prst="rect">
            <a:avLst/>
          </a:prstGeom>
          <a:solidFill>
            <a:srgbClr val="12294D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07040" y="3794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09360" y="4206240"/>
            <a:ext cx="137160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4206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(dup)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680960" y="4206240"/>
            <a:ext cx="146304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80960" y="4206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44000" y="4206240"/>
            <a:ext cx="146304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0" y="4206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607040" y="4206240"/>
            <a:ext cx="1188720" cy="411480"/>
          </a:xfrm>
          <a:prstGeom prst="rect">
            <a:avLst/>
          </a:prstGeom>
          <a:solidFill>
            <a:srgbClr val="17325C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07040" y="42062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2294D"/>
          </a:solidFill>
          <a:ln w="25400">
            <a:solidFill>
              <a:srgbClr val="5EE7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03120"/>
            <a:ext cx="2697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1485900" y="3840480"/>
            <a:ext cx="45720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77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cleaning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instead of days per dataset.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73552" y="18288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2294D"/>
          </a:solidFill>
          <a:ln w="25400">
            <a:solidFill>
              <a:srgbClr val="5EE7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2103120"/>
            <a:ext cx="2697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000" dirty="0"/>
          </a:p>
        </p:txBody>
      </p:sp>
      <p:sp>
        <p:nvSpPr>
          <p:cNvPr id="13" name="Shape 11"/>
          <p:cNvSpPr/>
          <p:nvPr/>
        </p:nvSpPr>
        <p:spPr>
          <a:xfrm>
            <a:off x="4393692" y="3840480"/>
            <a:ext cx="45720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3977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coverage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56432" y="45262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rules: catches semantic errors too.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81344" y="18288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2294D"/>
          </a:solidFill>
          <a:ln w="25400">
            <a:solidFill>
              <a:srgbClr val="5EE7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2103120"/>
            <a:ext cx="2697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0" dirty="0"/>
          </a:p>
        </p:txBody>
      </p:sp>
      <p:sp>
        <p:nvSpPr>
          <p:cNvPr id="18" name="Shape 16"/>
          <p:cNvSpPr/>
          <p:nvPr/>
        </p:nvSpPr>
        <p:spPr>
          <a:xfrm>
            <a:off x="7301484" y="3840480"/>
            <a:ext cx="45720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977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cost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64224" y="45262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zero-config on any tabular dataset.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89136" y="18288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2294D"/>
          </a:solidFill>
          <a:ln w="25400">
            <a:solidFill>
              <a:srgbClr val="5EE7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89136" y="2103120"/>
            <a:ext cx="2697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8000" dirty="0"/>
          </a:p>
        </p:txBody>
      </p:sp>
      <p:sp>
        <p:nvSpPr>
          <p:cNvPr id="23" name="Shape 21"/>
          <p:cNvSpPr/>
          <p:nvPr/>
        </p:nvSpPr>
        <p:spPr>
          <a:xfrm>
            <a:off x="10209276" y="3840480"/>
            <a:ext cx="45720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2016" y="3977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72016" y="45262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finance, retail, IoT — same agent.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54864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don't solve yet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450592"/>
            <a:ext cx="164592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add latency on very large datasets (&gt;10M rows).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90672"/>
            <a:ext cx="164592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26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human review for high-risk medical/financial fixes.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30752"/>
            <a:ext cx="164592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661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optimized for tabular data only.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370832"/>
            <a:ext cx="164592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06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GPT-4o calls scales with column count.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2450592"/>
            <a:ext cx="164592" cy="16459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2860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mode for Kafka &amp; real-time pipelines.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3090672"/>
            <a:ext cx="164592" cy="16459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926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support: images, PDFs, JSON, logs.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3730752"/>
            <a:ext cx="164592" cy="16459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5661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on-device SLM for privacy-sensitive data.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4370832"/>
            <a:ext cx="164592" cy="16459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4206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Auto-generation of dbt tests from learned rules.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>
              <a:alpha val="7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65760" y="502920"/>
            <a:ext cx="54864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737360"/>
            <a:ext cx="11430000" cy="4297680"/>
          </a:xfrm>
          <a:prstGeom prst="roundRect">
            <a:avLst>
              <a:gd name="adj" fmla="val 3191"/>
            </a:avLst>
          </a:prstGeom>
          <a:solidFill>
            <a:srgbClr val="0B1F3A">
              <a:alpha val="80000"/>
            </a:srgbClr>
          </a:solidFill>
          <a:ln w="25400">
            <a:solidFill>
              <a:srgbClr val="5EE7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is the foundation of every AI system.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31520" y="28346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Data Quality Agent turns the hardest, most thankless step of analytics into an autonomous, explainable, always-on service.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31520" y="457200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2294D"/>
          </a:solidFill>
          <a:ln w="19050">
            <a:solidFill>
              <a:srgbClr val="5EE7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4937760"/>
            <a:ext cx="457200" cy="45720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00200" y="5029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389120" y="457200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2294D"/>
          </a:solidFill>
          <a:ln w="19050">
            <a:solidFill>
              <a:srgbClr val="5EE7C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4937760"/>
            <a:ext cx="457200" cy="45720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257800" y="5029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046720" y="457200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2294D"/>
          </a:solidFill>
          <a:ln w="19050">
            <a:solidFill>
              <a:srgbClr val="5EE7C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1040" y="4937760"/>
            <a:ext cx="457200" cy="457200"/>
          </a:xfrm>
          <a:prstGeom prst="ellipse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2104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915400" y="5029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Domain-agnostic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0080" y="2560320"/>
            <a:ext cx="548640" cy="73152"/>
          </a:xfrm>
          <a:prstGeom prst="rect">
            <a:avLst/>
          </a:prstGeom>
          <a:solidFill>
            <a:srgbClr val="5EE7C8"/>
          </a:solidFill>
          <a:ln w="12700">
            <a:solidFill>
              <a:srgbClr val="5EE7C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64008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E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feedback, and dirty datasets welcome.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Quality Agent  • 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Data Quality Agent</dc:title>
  <dc:subject>PptxGenJS Presentation</dc:subject>
  <dc:creator>PptxGenJS</dc:creator>
  <cp:lastModifiedBy>PptxGenJS</cp:lastModifiedBy>
  <cp:revision>1</cp:revision>
  <dcterms:created xsi:type="dcterms:W3CDTF">2026-06-16T16:11:54Z</dcterms:created>
  <dcterms:modified xsi:type="dcterms:W3CDTF">2026-06-16T16:11:54Z</dcterms:modified>
</cp:coreProperties>
</file>